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FIXTURETOKENPPTX1 appears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FIXTURETOKENPPTX2 ends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