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0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heme" Target="theme/theme1.xml"/>
  <Relationship Id="rId9" Type="http://schemas.openxmlformats.org/officeDocument/2006/relationships/tableStyles" Target="tableStyles.xml"/>
</Relationships>
</file>

<file path=ppt/charts/_rels/chart0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Microsoft_Excel_Worksheet0.xlsx"/>
</Relationships>
</file>

<file path=ppt/charts/chart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dLbls>
            <c:showVal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dLbls>
            <c:showVal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19</c:v>
                </c:pt>
                <c:pt idx="2">
                  <c:v>24</c:v>
                </c:pt>
                <c:pt idx="3">
                  <c:v>29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crossAx val="2"/>
      </c:catAx>
      <c:valAx>
        <c:axId val="2"/>
        <c:scaling>
          <c:orientation val="minMax"/>
        </c:scaling>
        <c:delete val="0"/>
        <c:axPos val="l"/>
        <c:crossAx val="1"/>
      </c:valAx>
    </c:plotArea>
    <c:legend>
      <c:legendPos val="b"/>
      <c:overlay val="0"/>
    </c:legend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0" Type="http://schemas.openxmlformats.org/officeDocument/2006/relationships/chart" Target="../charts/chart0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09600" y="1371600"/>
            <a:ext cx="10972800" cy="30861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sz="5400">
                <a:solidFill>
                  <a:srgbClr val="1F2937"/>
                </a:solidFill>
                <a:latin typeface="Inter"/>
              </a:rPr>
              <a:t>Quarterly Business Review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9600" y="4543425"/>
            <a:ext cx="10972800" cy="197167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800">
                <a:solidFill>
                  <a:srgbClr val="374151"/>
                </a:solidFill>
                <a:latin typeface="Inter"/>
              </a:rPr>
              <a:t>FY2026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Highlights</a:t>
            </a:r>
          </a:p>
        </p:txBody>
      </p:sp>
      <p:sp>
        <p:nvSpPr>
          <p:cNvPr id="3" name="Content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  <a:prstGeom prst="rect">
            <a:avLst/>
          </a:prstGeom>
        </p:spPr>
        <p:txBody>
          <a:bodyPr/>
          <a:lstStyle/>
          <a:p>
            <a:r>
              <a:rPr lang="en-US" b="1"/>
              <a:t>Revenue up 24% year over year</a:t>
            </a:r>
          </a:p>
          <a:p>
            <a:r>
              <a:rPr lang="en-US"/>
              <a:t>Gross margin expanded to 61%</a:t>
            </a:r>
          </a:p>
          <a:p>
            <a:pPr lvl="1"/>
            <a:r>
              <a:rPr lang="en-US"/>
              <a:t>Net retention at 118%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Revenue by Quarter</a:t>
            </a:r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2"/>
          <p:cNvGraphicFramePr/>
          <p:nvPr/>
        </p:nvGraphicFramePr>
        <p:xfrm>
          <a:off x="457200" y="9144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7620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FY26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$71M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1,850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3A5C"/>
      </a:dk2>
      <a:lt2>
        <a:srgbClr val="E8F1F8"/>
      </a:lt2>
      <a:accent1>
        <a:srgbClr val="2E86AB"/>
      </a:accent1>
      <a:accent2>
        <a:srgbClr val="A23B72"/>
      </a:accent2>
      <a:accent3>
        <a:srgbClr val="F18F01"/>
      </a:accent3>
      <a:accent4>
        <a:srgbClr val="C73E1D"/>
      </a:accent4>
      <a:accent5>
        <a:srgbClr val="3B1F2B"/>
      </a:accent5>
      <a:accent6>
        <a:srgbClr val="44BBA4"/>
      </a:accent6>
      <a:hlink>
        <a:srgbClr val="2E86AB"/>
      </a:hlink>
      <a:folHlink>
        <a:srgbClr val="C73E1D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zavora-slide</Application>
  <PresentationFormat>Widescreen</PresentationFormat>
  <Slides>0</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zavora-slide</dc:creator>
  <cp:lastModifiedBy>zavora-slide</cp:lastModifiedBy>
  <cp:revision>1</cp:revision>
</cp:coreProperties>
</file>