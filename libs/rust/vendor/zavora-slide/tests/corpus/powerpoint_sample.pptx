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Corpus Sample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Authored by python-pptx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First item</a:t>
            </a:r>
          </a:p>
          <a:p>
            <a:r>
              <a:t>Second item</a:t>
            </a:r>
          </a:p>
          <a:p>
            <a:r>
              <a:t>Third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Free text box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